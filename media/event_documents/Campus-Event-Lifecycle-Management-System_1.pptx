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4630400" cy="8229600"/>
  <p:notesSz cx="8229600" cy="14630400"/>
  <p:embeddedFontLst>
    <p:embeddedFont>
      <p:font typeface="DM Sans Light" panose="020B0604020202020204" charset="0"/>
      <p:regular r:id="rId12"/>
    </p:embeddedFont>
    <p:embeddedFont>
      <p:font typeface="Manrop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0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76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146B2-37DA-0BA7-4EA3-63026794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83608-6758-DB90-282A-932FEC526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2D9AE-D4F7-25E7-E64A-8A737B29D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8620-9B73-600C-89F3-0E9AC4AE2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2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4DA0F-E6ED-EC94-A5A7-214BA29DFD5A}"/>
              </a:ext>
            </a:extLst>
          </p:cNvPr>
          <p:cNvSpPr txBox="1">
            <a:spLocks/>
          </p:cNvSpPr>
          <p:nvPr/>
        </p:nvSpPr>
        <p:spPr>
          <a:xfrm>
            <a:off x="1505520" y="123749"/>
            <a:ext cx="10718291" cy="2894029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||Jai Sri Gurudev||</a:t>
            </a:r>
            <a:br>
              <a:rPr lang="en-US" sz="1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Sri </a:t>
            </a:r>
            <a:r>
              <a:rPr lang="en-US" sz="14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Adichunchanagiri</a:t>
            </a:r>
            <a:r>
              <a:rPr lang="en-US" sz="1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Shikshana</a:t>
            </a:r>
            <a:r>
              <a:rPr lang="en-US" sz="1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Trust ®</a:t>
            </a:r>
            <a:br>
              <a:rPr lang="en-US" sz="1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SJB INSTITUTE OF TECHNOLOGY</a:t>
            </a:r>
            <a:b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No. 67, BGS Health &amp; Education City, Dr. Vishnuvardhan Road, </a:t>
            </a:r>
            <a:r>
              <a:rPr lang="en-US" sz="1400" b="1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Kengeri</a:t>
            </a:r>
            <a:r>
              <a:rPr lang="en-US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Bengaluru  - 560 060 </a:t>
            </a:r>
            <a:br>
              <a:rPr lang="en-US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Approved by AICTE -  New Delhi.</a:t>
            </a:r>
            <a:br>
              <a:rPr lang="en-US" sz="1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 Autonomous Institution, Affiliated to Visvesvaraya Technological University, Belagavi,</a:t>
            </a:r>
            <a:b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Accredited by NAAC A+, Accredited by NBA. Certified by ISO 9001-2015</a:t>
            </a:r>
            <a:br>
              <a:rPr lang="en-US" sz="24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2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Department of Computer Science &amp; Engineering</a:t>
            </a:r>
            <a:br>
              <a:rPr lang="en-US" sz="96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3CFD7-31BE-F6F4-9D8A-DEC0570B6F02}"/>
              </a:ext>
            </a:extLst>
          </p:cNvPr>
          <p:cNvSpPr txBox="1">
            <a:spLocks/>
          </p:cNvSpPr>
          <p:nvPr/>
        </p:nvSpPr>
        <p:spPr>
          <a:xfrm>
            <a:off x="1067847" y="4899308"/>
            <a:ext cx="3246458" cy="225795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Under the guidance of:</a:t>
            </a:r>
          </a:p>
          <a:p>
            <a:pPr marL="0" indent="0">
              <a:buNone/>
            </a:pPr>
            <a:r>
              <a:rPr lang="en-IN" sz="2000" dirty="0"/>
              <a:t>Vijayalakshmi B </a:t>
            </a:r>
          </a:p>
          <a:p>
            <a:pPr marL="0" indent="0">
              <a:buNone/>
            </a:pPr>
            <a:r>
              <a:rPr lang="en-IN" sz="2000" dirty="0"/>
              <a:t>Assistant Professor </a:t>
            </a:r>
          </a:p>
          <a:p>
            <a:pPr marL="0" indent="0">
              <a:buNone/>
            </a:pPr>
            <a:r>
              <a:rPr lang="en-IN" sz="2000" dirty="0"/>
              <a:t>Dept. of CSE, SJBIT</a:t>
            </a:r>
            <a:endParaRPr lang="en-US" sz="2800" b="1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81A26-3EF8-9AE5-4406-C40FA30F50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49" y="369131"/>
            <a:ext cx="800671" cy="10104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C7D9FF-ED36-6BEB-9B53-CB5E8C125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49" y="1801506"/>
            <a:ext cx="782383" cy="9439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E80075-62AD-5347-D37B-4102B78855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1484" y="369131"/>
            <a:ext cx="874685" cy="10104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7E4E7A-26EA-DAD9-2CB9-68125C58998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46"/>
          <a:stretch>
            <a:fillRect/>
          </a:stretch>
        </p:blipFill>
        <p:spPr bwMode="auto">
          <a:xfrm>
            <a:off x="12661484" y="1720392"/>
            <a:ext cx="855314" cy="8700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68D67B-3108-1665-9310-C508A758EF36}"/>
              </a:ext>
            </a:extLst>
          </p:cNvPr>
          <p:cNvSpPr txBox="1"/>
          <p:nvPr/>
        </p:nvSpPr>
        <p:spPr>
          <a:xfrm>
            <a:off x="9857695" y="5064377"/>
            <a:ext cx="334675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/>
              <a:t>Roopashree B R (1JB23CS127) </a:t>
            </a:r>
          </a:p>
          <a:p>
            <a:r>
              <a:rPr lang="en-IN" sz="2000" dirty="0"/>
              <a:t>Ruha (1JB23CS129) </a:t>
            </a:r>
          </a:p>
          <a:p>
            <a:r>
              <a:rPr lang="en-IN" sz="2000" dirty="0"/>
              <a:t>Sanjana N (1JB23CS135)</a:t>
            </a:r>
          </a:p>
          <a:p>
            <a:r>
              <a:rPr lang="en-IN" sz="2000" dirty="0"/>
              <a:t>Fasi Ahmed (1JB24CS401) </a:t>
            </a:r>
          </a:p>
          <a:p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A5C7B-0F42-9410-B607-D278FD45DC9F}"/>
              </a:ext>
            </a:extLst>
          </p:cNvPr>
          <p:cNvSpPr txBox="1"/>
          <p:nvPr/>
        </p:nvSpPr>
        <p:spPr>
          <a:xfrm>
            <a:off x="2191389" y="2659217"/>
            <a:ext cx="906230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1: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“Campus Event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LifeCycle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System”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284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2587"/>
            <a:ext cx="7377621" cy="4112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0"/>
              </a:lnSpc>
              <a:buNone/>
            </a:pPr>
            <a:r>
              <a:rPr lang="en-US" sz="800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Campus Event Lifecycle Management System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6280190" y="602289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Department of Computer Science and Engineering</a:t>
            </a:r>
            <a:endParaRPr lang="en-US" sz="17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SJB Institute of Technology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6913126"/>
            <a:ext cx="1311950" cy="6237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D51A68-2E35-ADC8-D8E2-142C79DBB447}"/>
              </a:ext>
            </a:extLst>
          </p:cNvPr>
          <p:cNvSpPr/>
          <p:nvPr/>
        </p:nvSpPr>
        <p:spPr>
          <a:xfrm>
            <a:off x="12668596" y="7597833"/>
            <a:ext cx="1886989" cy="53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965478"/>
            <a:ext cx="1491139" cy="339566"/>
          </a:xfrm>
          <a:prstGeom prst="roundRect">
            <a:avLst>
              <a:gd name="adj" fmla="val 4328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916186" y="1026676"/>
            <a:ext cx="124634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378506"/>
            <a:ext cx="5103614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93790" y="2215396"/>
            <a:ext cx="7556421" cy="1341834"/>
          </a:xfrm>
          <a:prstGeom prst="roundRect">
            <a:avLst>
              <a:gd name="adj" fmla="val 13692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997863" y="2419469"/>
            <a:ext cx="255174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Manual &amp; Inefficient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97863" y="2810232"/>
            <a:ext cx="714827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campus event management relies heavily on manual processes, leading to errors, delays, and poor overall event management.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3751124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57087" y="3763923"/>
            <a:ext cx="585882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Manual event registration &amp; duplicate registrations</a:t>
            </a:r>
            <a:endParaRPr lang="en-US" sz="2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4718030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57087" y="4730829"/>
            <a:ext cx="553497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Payment verification delays &amp; attendance fraud</a:t>
            </a:r>
            <a:endParaRPr lang="en-US" sz="2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5684937"/>
            <a:ext cx="306110" cy="3061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57087" y="5697736"/>
            <a:ext cx="6893123" cy="561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Manual attendance tracking &amp; delayed certificate generation</a:t>
            </a:r>
            <a:endParaRPr lang="en-US" sz="2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6651843"/>
            <a:ext cx="306110" cy="3061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57087" y="6664643"/>
            <a:ext cx="6893123" cy="561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Lack of centralized participant management &amp; high administrative workload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80160"/>
            <a:ext cx="1549956" cy="389930"/>
          </a:xfrm>
          <a:prstGeom prst="roundRect">
            <a:avLst>
              <a:gd name="adj" fmla="val 41884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48145"/>
            <a:ext cx="1277779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60815"/>
            <a:ext cx="5670590" cy="62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4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72474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developed a </a:t>
            </a:r>
            <a:r>
              <a:rPr lang="en-US" sz="175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Campus Event Lifecycle Management System</a:t>
            </a: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automate the complete event workflow.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985486" y="3425071"/>
            <a:ext cx="3163610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Registration &amp; Payments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872984"/>
            <a:ext cx="435530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 event registration with integrated payment verification system and transaction tracking.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3297436"/>
            <a:ext cx="3651885" cy="36518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88938" y="359711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7FFFD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4791" y="3752969"/>
            <a:ext cx="255151" cy="2551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81304" y="3425071"/>
            <a:ext cx="2905125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QR-Based Attendance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481304" y="3872984"/>
            <a:ext cx="435530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QR-based attendance tracking with live toggle updates — no manual marking required.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3297436"/>
            <a:ext cx="3651885" cy="365188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74368" y="359711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28D3C9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0220" y="3752969"/>
            <a:ext cx="255151" cy="25515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481304" y="5421035"/>
            <a:ext cx="3127653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Certificates &amp; Feedback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481304" y="5868948"/>
            <a:ext cx="435530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certificate generation unlocked after feedback submission by participants.</a:t>
            </a:r>
            <a:endParaRPr lang="en-US" sz="17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258" y="3297436"/>
            <a:ext cx="3651885" cy="365188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274368" y="608254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6F8F99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0220" y="6238399"/>
            <a:ext cx="255151" cy="25515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313861" y="5421035"/>
            <a:ext cx="2835235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793790" y="5868948"/>
            <a:ext cx="435530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Centralized admin dashboard with bulk participant upload and comprehensive event management tools.</a:t>
            </a:r>
            <a:endParaRPr lang="en-US" sz="17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9258" y="3297436"/>
            <a:ext cx="3651885" cy="3651885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5788938" y="608254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2F4F4F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44791" y="6238399"/>
            <a:ext cx="255151" cy="25515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553C454-C885-DAA2-B724-0B11E79E927E}"/>
              </a:ext>
            </a:extLst>
          </p:cNvPr>
          <p:cNvSpPr/>
          <p:nvPr/>
        </p:nvSpPr>
        <p:spPr>
          <a:xfrm>
            <a:off x="12668596" y="7597833"/>
            <a:ext cx="1886989" cy="53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3768"/>
            <a:ext cx="1067753" cy="291584"/>
          </a:xfrm>
          <a:prstGeom prst="roundRect">
            <a:avLst>
              <a:gd name="adj" fmla="val 44808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902613" y="678180"/>
            <a:ext cx="85010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973336"/>
            <a:ext cx="4536519" cy="498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00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Technologies Used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3790" y="1853208"/>
            <a:ext cx="3077408" cy="1824038"/>
          </a:xfrm>
          <a:prstGeom prst="roundRect">
            <a:avLst>
              <a:gd name="adj" fmla="val 8954"/>
            </a:avLst>
          </a:prstGeom>
          <a:solidFill>
            <a:srgbClr val="D4F7F5"/>
          </a:solidFill>
          <a:ln/>
        </p:spPr>
      </p:sp>
      <p:sp>
        <p:nvSpPr>
          <p:cNvPr id="6" name="Text 4"/>
          <p:cNvSpPr/>
          <p:nvPr/>
        </p:nvSpPr>
        <p:spPr>
          <a:xfrm>
            <a:off x="975241" y="2034659"/>
            <a:ext cx="226826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5241" y="2429232"/>
            <a:ext cx="2714506" cy="1066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HTML &amp; CSS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Bootstrap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JavaScript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AJAX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16335" y="1853208"/>
            <a:ext cx="3077528" cy="1824038"/>
          </a:xfrm>
          <a:prstGeom prst="roundRect">
            <a:avLst>
              <a:gd name="adj" fmla="val 8954"/>
            </a:avLst>
          </a:prstGeom>
          <a:solidFill>
            <a:srgbClr val="D4F7F5"/>
          </a:solidFill>
          <a:ln/>
        </p:spPr>
      </p:sp>
      <p:sp>
        <p:nvSpPr>
          <p:cNvPr id="9" name="Text 7"/>
          <p:cNvSpPr/>
          <p:nvPr/>
        </p:nvSpPr>
        <p:spPr>
          <a:xfrm>
            <a:off x="4197787" y="2034659"/>
            <a:ext cx="226826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Backend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97787" y="2429232"/>
            <a:ext cx="2714625" cy="5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Django Framework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93790" y="3822383"/>
            <a:ext cx="6300073" cy="986076"/>
          </a:xfrm>
          <a:prstGeom prst="roundRect">
            <a:avLst>
              <a:gd name="adj" fmla="val 16562"/>
            </a:avLst>
          </a:prstGeom>
          <a:solidFill>
            <a:srgbClr val="D4F7F5"/>
          </a:solidFill>
          <a:ln/>
        </p:spPr>
      </p:sp>
      <p:sp>
        <p:nvSpPr>
          <p:cNvPr id="12" name="Text 10"/>
          <p:cNvSpPr/>
          <p:nvPr/>
        </p:nvSpPr>
        <p:spPr>
          <a:xfrm>
            <a:off x="975241" y="4003834"/>
            <a:ext cx="226826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75241" y="4398407"/>
            <a:ext cx="59371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SQLite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544157" y="1853208"/>
            <a:ext cx="6300073" cy="2149078"/>
          </a:xfrm>
          <a:prstGeom prst="roundRect">
            <a:avLst>
              <a:gd name="adj" fmla="val 7599"/>
            </a:avLst>
          </a:prstGeom>
          <a:solidFill>
            <a:srgbClr val="FFFFFF"/>
          </a:solidFill>
          <a:ln w="22860">
            <a:solidFill>
              <a:srgbClr val="BADD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8468" y="2057519"/>
            <a:ext cx="226826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Libraries &amp; Services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48468" y="2452092"/>
            <a:ext cx="5891451" cy="134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QRCode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ReportLab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OpenCV</a:t>
            </a:r>
            <a:endParaRPr lang="en-US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Django Email Services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536537" y="4227315"/>
            <a:ext cx="6300073" cy="777359"/>
          </a:xfrm>
          <a:prstGeom prst="roundRect">
            <a:avLst>
              <a:gd name="adj" fmla="val 21009"/>
            </a:avLst>
          </a:prstGeom>
          <a:solidFill>
            <a:srgbClr val="6F8F99"/>
          </a:solidFill>
          <a:ln/>
        </p:spPr>
      </p:sp>
      <p:sp>
        <p:nvSpPr>
          <p:cNvPr id="18" name="Text 16"/>
          <p:cNvSpPr/>
          <p:nvPr/>
        </p:nvSpPr>
        <p:spPr>
          <a:xfrm>
            <a:off x="7725608" y="4356021"/>
            <a:ext cx="593717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fully Python-powered stack with Django at its core, supported by specialized libraries for QR generation, PDF creation, and data handling.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6F7B00-713C-8EB6-93CF-3A68D2F7B68E}"/>
              </a:ext>
            </a:extLst>
          </p:cNvPr>
          <p:cNvSpPr/>
          <p:nvPr/>
        </p:nvSpPr>
        <p:spPr>
          <a:xfrm>
            <a:off x="12668596" y="7597833"/>
            <a:ext cx="1886989" cy="53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26269"/>
            <a:ext cx="981194" cy="332661"/>
          </a:xfrm>
          <a:prstGeom prst="roundRect">
            <a:avLst>
              <a:gd name="adj" fmla="val 43494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901898" y="686514"/>
            <a:ext cx="740212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81407" y="1030129"/>
            <a:ext cx="5023842" cy="55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9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Main Modules</a:t>
            </a:r>
          </a:p>
          <a:p>
            <a:pPr marL="0" indent="0" algn="l">
              <a:lnSpc>
                <a:spcPts val="4350"/>
              </a:lnSpc>
              <a:buNone/>
            </a:pP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781407" y="5644634"/>
            <a:ext cx="251186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Admin Module</a:t>
            </a:r>
            <a:endParaRPr lang="en-US" sz="1950" b="1" dirty="0"/>
          </a:p>
        </p:txBody>
      </p:sp>
      <p:sp>
        <p:nvSpPr>
          <p:cNvPr id="7" name="Text 4"/>
          <p:cNvSpPr/>
          <p:nvPr/>
        </p:nvSpPr>
        <p:spPr>
          <a:xfrm>
            <a:off x="781407" y="6027777"/>
            <a:ext cx="6422469" cy="157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and manage events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Verify payments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 attendance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 certificates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View feedback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426404" y="5644634"/>
            <a:ext cx="251186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Student Module</a:t>
            </a:r>
            <a:endParaRPr lang="en-US" sz="1950" b="1" dirty="0"/>
          </a:p>
        </p:txBody>
      </p:sp>
      <p:sp>
        <p:nvSpPr>
          <p:cNvPr id="10" name="Text 6"/>
          <p:cNvSpPr/>
          <p:nvPr/>
        </p:nvSpPr>
        <p:spPr>
          <a:xfrm>
            <a:off x="7426404" y="6027777"/>
            <a:ext cx="6422588" cy="157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Register for events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 transaction ID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payment status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Download certificates</a:t>
            </a:r>
            <a:endParaRPr lang="en-US" sz="155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 feedback</a:t>
            </a:r>
            <a:endParaRPr lang="en-US" sz="15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6E9C16-EA8A-993F-491D-D06FF929E588}"/>
              </a:ext>
            </a:extLst>
          </p:cNvPr>
          <p:cNvSpPr/>
          <p:nvPr/>
        </p:nvSpPr>
        <p:spPr>
          <a:xfrm>
            <a:off x="12668596" y="7597833"/>
            <a:ext cx="1886989" cy="53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utoShape 12">
            <a:extLst>
              <a:ext uri="{FF2B5EF4-FFF2-40B4-BE49-F238E27FC236}">
                <a16:creationId xmlns:a16="http://schemas.microsoft.com/office/drawing/2014/main" id="{6D1F7B02-7F3E-AA66-076C-B79FB303E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936525-C55D-EADD-564B-F71E3018C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50" t="12298" r="14818" b="17233"/>
          <a:stretch>
            <a:fillRect/>
          </a:stretch>
        </p:blipFill>
        <p:spPr>
          <a:xfrm>
            <a:off x="901898" y="1800631"/>
            <a:ext cx="5715033" cy="371228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914AB9-6C97-2545-2964-BFB2AED4CB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32" t="11983" r="14481" b="8830"/>
          <a:stretch>
            <a:fillRect/>
          </a:stretch>
        </p:blipFill>
        <p:spPr>
          <a:xfrm>
            <a:off x="7426404" y="1714045"/>
            <a:ext cx="5790832" cy="37122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794028"/>
            <a:ext cx="1167765" cy="339566"/>
          </a:xfrm>
          <a:prstGeom prst="roundRect">
            <a:avLst>
              <a:gd name="adj" fmla="val 4328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6402586" y="855226"/>
            <a:ext cx="92297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HIGHLIGHTS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1207056"/>
            <a:ext cx="5103614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280190" y="2043946"/>
            <a:ext cx="2396252" cy="2961442"/>
          </a:xfrm>
          <a:prstGeom prst="roundRect">
            <a:avLst>
              <a:gd name="adj" fmla="val 7667"/>
            </a:avLst>
          </a:prstGeom>
          <a:solidFill>
            <a:srgbClr val="D4F7F5"/>
          </a:solidFill>
          <a:ln/>
        </p:spPr>
      </p:sp>
      <p:sp>
        <p:nvSpPr>
          <p:cNvPr id="7" name="Shape 4"/>
          <p:cNvSpPr/>
          <p:nvPr/>
        </p:nvSpPr>
        <p:spPr>
          <a:xfrm>
            <a:off x="6484263" y="2248019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2617" y="2416373"/>
            <a:ext cx="275511" cy="2755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84263" y="3044071"/>
            <a:ext cx="1988106" cy="561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Payment Verification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84263" y="3715464"/>
            <a:ext cx="198810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 verification before registration approval ensures only confirmed participants gain access to events.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860155" y="2043946"/>
            <a:ext cx="2396371" cy="2961442"/>
          </a:xfrm>
          <a:prstGeom prst="roundRect">
            <a:avLst>
              <a:gd name="adj" fmla="val 7667"/>
            </a:avLst>
          </a:prstGeom>
          <a:solidFill>
            <a:srgbClr val="D4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9064228" y="2248019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2583" y="2416373"/>
            <a:ext cx="275511" cy="2755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64228" y="3044071"/>
            <a:ext cx="1988225" cy="561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QR-Based Attendance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9064228" y="3715464"/>
            <a:ext cx="19882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attendance marking via QR scan eliminates fraud and speeds up the check-in process.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11440239" y="2043946"/>
            <a:ext cx="2396252" cy="2961442"/>
          </a:xfrm>
          <a:prstGeom prst="roundRect">
            <a:avLst>
              <a:gd name="adj" fmla="val 7667"/>
            </a:avLst>
          </a:prstGeom>
          <a:solidFill>
            <a:srgbClr val="D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11644313" y="2248019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12667" y="2416373"/>
            <a:ext cx="275511" cy="27551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644313" y="3044071"/>
            <a:ext cx="1988106" cy="561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AJAX Live Updates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1644313" y="3715464"/>
            <a:ext cx="198810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AJAX-based live attendance toggle updates the dashboard in real-time without requiring a page refresh.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80190" y="5189101"/>
            <a:ext cx="3686294" cy="2246471"/>
          </a:xfrm>
          <a:prstGeom prst="roundRect">
            <a:avLst>
              <a:gd name="adj" fmla="val 8179"/>
            </a:avLst>
          </a:prstGeom>
          <a:solidFill>
            <a:srgbClr val="D4F7F5"/>
          </a:solidFill>
          <a:ln/>
        </p:spPr>
      </p:sp>
      <p:sp>
        <p:nvSpPr>
          <p:cNvPr id="22" name="Shape 16"/>
          <p:cNvSpPr/>
          <p:nvPr/>
        </p:nvSpPr>
        <p:spPr>
          <a:xfrm>
            <a:off x="6484263" y="5393174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FFFFF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2617" y="5561528"/>
            <a:ext cx="275511" cy="27551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84263" y="6189226"/>
            <a:ext cx="255174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Dynamic Certificates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6484263" y="6579989"/>
            <a:ext cx="327814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Dynamic PDF certificate generation unlocked only after feedback submission, ensuring complete participation.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10150197" y="5189101"/>
            <a:ext cx="3686294" cy="2246471"/>
          </a:xfrm>
          <a:prstGeom prst="roundRect">
            <a:avLst>
              <a:gd name="adj" fmla="val 8179"/>
            </a:avLst>
          </a:prstGeom>
          <a:solidFill>
            <a:srgbClr val="D4F7F5"/>
          </a:solidFill>
          <a:ln/>
        </p:spPr>
      </p:sp>
      <p:sp>
        <p:nvSpPr>
          <p:cNvPr id="27" name="Shape 20"/>
          <p:cNvSpPr/>
          <p:nvPr/>
        </p:nvSpPr>
        <p:spPr>
          <a:xfrm>
            <a:off x="10354270" y="5393174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FFFFFF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2625" y="5561528"/>
            <a:ext cx="275511" cy="27551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354270" y="6189226"/>
            <a:ext cx="2551748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Bulk CSV Upload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10354270" y="6579989"/>
            <a:ext cx="327814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Bulk participant upload using CSV files drastically reduces administrative effort for large-scale events.</a:t>
            </a:r>
            <a:endParaRPr lang="en-US" sz="12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255244-88D3-B338-290E-AF82A0126C9C}"/>
              </a:ext>
            </a:extLst>
          </p:cNvPr>
          <p:cNvSpPr/>
          <p:nvPr/>
        </p:nvSpPr>
        <p:spPr>
          <a:xfrm>
            <a:off x="12668596" y="7597833"/>
            <a:ext cx="1886989" cy="53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327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750225"/>
            <a:ext cx="1058704" cy="268605"/>
          </a:xfrm>
          <a:prstGeom prst="roundRect">
            <a:avLst>
              <a:gd name="adj" fmla="val 45601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895826" y="2801183"/>
            <a:ext cx="85463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3790" y="3069788"/>
            <a:ext cx="4252913" cy="46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330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Final Outcome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793790" y="3728918"/>
            <a:ext cx="13042821" cy="858679"/>
          </a:xfrm>
          <a:prstGeom prst="roundRect">
            <a:avLst>
              <a:gd name="adj" fmla="val 17831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963811" y="3898940"/>
            <a:ext cx="212645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Project Impact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3811" y="4209217"/>
            <a:ext cx="1270277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system reduces manual work and improves the complete event management process — making it faster, more secure, and efficient.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739521"/>
            <a:ext cx="170021" cy="17002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93790" y="4971693"/>
            <a:ext cx="6457593" cy="2286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1" name="Text 7"/>
          <p:cNvSpPr/>
          <p:nvPr/>
        </p:nvSpPr>
        <p:spPr>
          <a:xfrm>
            <a:off x="793790" y="5102423"/>
            <a:ext cx="212645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Faster Workflow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93790" y="5412700"/>
            <a:ext cx="64575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processes from registration to certificate delivery eliminate bottlenecks and delays.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8898" y="4739521"/>
            <a:ext cx="170021" cy="17002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78898" y="4971693"/>
            <a:ext cx="6457712" cy="2286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5" name="Text 10"/>
          <p:cNvSpPr/>
          <p:nvPr/>
        </p:nvSpPr>
        <p:spPr>
          <a:xfrm>
            <a:off x="7378898" y="5102423"/>
            <a:ext cx="212645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Accurate Attendance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378898" y="5412700"/>
            <a:ext cx="64577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QR-based tracking ensures precise, fraud-free attendance records for every event.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842873"/>
            <a:ext cx="170021" cy="17002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3790" y="6075045"/>
            <a:ext cx="6457593" cy="2286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9" name="Text 13"/>
          <p:cNvSpPr/>
          <p:nvPr/>
        </p:nvSpPr>
        <p:spPr>
          <a:xfrm>
            <a:off x="793790" y="6205776"/>
            <a:ext cx="212645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Secure Verification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93790" y="6516053"/>
            <a:ext cx="64575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 and identity verification safeguards event integrity and admin confidence.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8898" y="5842873"/>
            <a:ext cx="170021" cy="17002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378898" y="6075045"/>
            <a:ext cx="6457712" cy="2286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3" name="Text 16"/>
          <p:cNvSpPr/>
          <p:nvPr/>
        </p:nvSpPr>
        <p:spPr>
          <a:xfrm>
            <a:off x="7378898" y="6205776"/>
            <a:ext cx="2126456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Better Experience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378898" y="6516053"/>
            <a:ext cx="64577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admin control and a smoother student journey from registration to certificate download.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048941" y="7097197"/>
            <a:ext cx="12787670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93790" y="6953726"/>
            <a:ext cx="22860" cy="4953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74D6D6-FCE7-CBCE-C95D-AE5017D6B3BB}"/>
              </a:ext>
            </a:extLst>
          </p:cNvPr>
          <p:cNvSpPr/>
          <p:nvPr/>
        </p:nvSpPr>
        <p:spPr>
          <a:xfrm>
            <a:off x="12668596" y="7597833"/>
            <a:ext cx="1886989" cy="53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AA76B-0410-B4D8-F9C5-F3F83EB3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59036F7-796B-66F2-DA37-BCB194067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3277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3206990-D5A2-5560-6024-B9834B201995}"/>
              </a:ext>
            </a:extLst>
          </p:cNvPr>
          <p:cNvSpPr/>
          <p:nvPr/>
        </p:nvSpPr>
        <p:spPr>
          <a:xfrm>
            <a:off x="12668596" y="7597833"/>
            <a:ext cx="1886989" cy="53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1D76E-CCB0-9169-DB73-86AB775C5FFD}"/>
              </a:ext>
            </a:extLst>
          </p:cNvPr>
          <p:cNvSpPr txBox="1"/>
          <p:nvPr/>
        </p:nvSpPr>
        <p:spPr>
          <a:xfrm>
            <a:off x="4347556" y="3657599"/>
            <a:ext cx="59352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920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544</Words>
  <Application>Microsoft Office PowerPoint</Application>
  <PresentationFormat>Custom</PresentationFormat>
  <Paragraphs>102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Manrope</vt:lpstr>
      <vt:lpstr>Times New Roman</vt:lpstr>
      <vt:lpstr>DM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ROOPASHREE B R</dc:creator>
  <cp:lastModifiedBy>Roopashree B R</cp:lastModifiedBy>
  <cp:revision>3</cp:revision>
  <dcterms:created xsi:type="dcterms:W3CDTF">2026-04-28T18:43:50Z</dcterms:created>
  <dcterms:modified xsi:type="dcterms:W3CDTF">2026-04-28T19:24:49Z</dcterms:modified>
</cp:coreProperties>
</file>